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1" r:id="rId17"/>
    <p:sldId id="274" r:id="rId18"/>
    <p:sldId id="272" r:id="rId19"/>
    <p:sldId id="275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834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01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647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835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550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0555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575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632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722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956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61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86674B-6428-44B2-8B74-72FA9D0E577E}" type="datetimeFigureOut">
              <a:rPr lang="de-DE" smtClean="0"/>
              <a:t>03.05.2021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46729-A8EA-4ABB-A364-CC7AF93443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7657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73493"/>
          </a:xfrm>
        </p:spPr>
        <p:txBody>
          <a:bodyPr/>
          <a:lstStyle/>
          <a:p>
            <a:pPr algn="ctr"/>
            <a:r>
              <a:rPr lang="de-DE" smtClean="0"/>
              <a:t>APT2 2019/2020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004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491" y="-16055"/>
            <a:ext cx="7407564" cy="687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81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r>
              <a:rPr lang="de-DE" dirty="0" smtClean="0"/>
              <a:t>2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675418" cy="576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823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</a:t>
            </a:r>
            <a:r>
              <a:rPr lang="de-DE" dirty="0" smtClean="0"/>
              <a:t>: 3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536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449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</a:t>
            </a:r>
            <a:r>
              <a:rPr lang="de-DE" dirty="0" smtClean="0"/>
              <a:t>: 3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5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9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</a:t>
            </a:r>
            <a:r>
              <a:rPr lang="de-DE" dirty="0" smtClean="0"/>
              <a:t>: 3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64582" cy="573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40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</a:t>
            </a:r>
            <a:r>
              <a:rPr lang="de-DE" dirty="0" smtClean="0"/>
              <a:t>: 4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7555345" cy="581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55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r>
              <a:rPr lang="de-DE" dirty="0"/>
              <a:t>2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69915" cy="45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00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742545" cy="533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6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</a:t>
            </a:r>
            <a:r>
              <a:rPr lang="de-DE" dirty="0" smtClean="0"/>
              <a:t>: 1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42182" cy="590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343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</a:t>
            </a:r>
            <a:r>
              <a:rPr lang="de-DE" dirty="0" smtClean="0"/>
              <a:t>: 4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6539345" cy="577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2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</a:t>
            </a:r>
            <a:r>
              <a:rPr lang="de-DE" dirty="0" smtClean="0"/>
              <a:t>: 4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51418" cy="586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50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r>
              <a:rPr lang="de-DE" dirty="0"/>
              <a:t>4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92397" cy="58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3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57903" cy="130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05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6389" cy="31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87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1804073" cy="582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953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0252364" cy="689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16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endParaRPr lang="de-DE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5799" cy="293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455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24873" y="471053"/>
            <a:ext cx="4331854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09671" y="471054"/>
            <a:ext cx="5763491" cy="4786745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424873" y="5855853"/>
            <a:ext cx="4331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Lösung: 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756727" cy="677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716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162C57C802934D859337DC5128B5B4" ma:contentTypeVersion="13" ma:contentTypeDescription="Create a new document." ma:contentTypeScope="" ma:versionID="4959a050ba6dac437ffc921b2296a017">
  <xsd:schema xmlns:xsd="http://www.w3.org/2001/XMLSchema" xmlns:xs="http://www.w3.org/2001/XMLSchema" xmlns:p="http://schemas.microsoft.com/office/2006/metadata/properties" xmlns:ns2="4afa0af2-81bb-4cb0-b65d-4326dfd6c7df" xmlns:ns3="32e355c2-cbe8-4c30-bf95-55916e35a58e" targetNamespace="http://schemas.microsoft.com/office/2006/metadata/properties" ma:root="true" ma:fieldsID="a218a3e686cb9aa1caed39d06844ac07" ns2:_="" ns3:_="">
    <xsd:import namespace="4afa0af2-81bb-4cb0-b65d-4326dfd6c7df"/>
    <xsd:import namespace="32e355c2-cbe8-4c30-bf95-55916e35a5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mf046fbecfb34c9e9d114b75c563cc52" minOccurs="0"/>
                <xsd:element ref="ns3:TaxCatchAll" minOccurs="0"/>
                <xsd:element ref="ns3:TaxCatchAllLabel" minOccurs="0"/>
                <xsd:element ref="ns3:i0f84bba906045b4af568ee102a52dcb" minOccurs="0"/>
                <xsd:element ref="ns3:RevIMDeletionDate" minOccurs="0"/>
                <xsd:element ref="ns3:RevIMEventDate" minOccurs="0"/>
                <xsd:element ref="ns3:RevIMComments" minOccurs="0"/>
                <xsd:element ref="ns3:RevIMDocumentOwner" minOccurs="0"/>
                <xsd:element ref="ns3:RevIMExtend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fa0af2-81bb-4cb0-b65d-4326dfd6c7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e355c2-cbe8-4c30-bf95-55916e35a58e" elementFormDefault="qualified">
    <xsd:import namespace="http://schemas.microsoft.com/office/2006/documentManagement/types"/>
    <xsd:import namespace="http://schemas.microsoft.com/office/infopath/2007/PartnerControls"/>
    <xsd:element name="mf046fbecfb34c9e9d114b75c563cc52" ma:index="10" nillable="true" ma:taxonomy="true" ma:internalName="mf046fbecfb34c9e9d114b75c563cc52" ma:taxonomyFieldName="LegalHoldTag" ma:displayName="LegalHold" ma:fieldId="{6f046fbe-cfb3-4c9e-9d11-4b75c563cc52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1" nillable="true" ma:displayName="Taxonomy Catch All Column" ma:hidden="true" ma:list="{660178b6-f225-457e-8c33-7e7a1fa2f574}" ma:internalName="TaxCatchAll" ma:showField="CatchAllData" ma:web="32e355c2-cbe8-4c30-bf95-55916e35a5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" nillable="true" ma:displayName="Taxonomy Catch All Column1" ma:hidden="true" ma:list="{660178b6-f225-457e-8c33-7e7a1fa2f574}" ma:internalName="TaxCatchAllLabel" ma:readOnly="true" ma:showField="CatchAllDataLabel" ma:web="32e355c2-cbe8-4c30-bf95-55916e35a5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5" nillable="true" ma:taxonomy="true" ma:internalName="i0f84bba906045b4af568ee102a52dcb" ma:taxonomyFieldName="RevIMBCS" ma:displayName="CSD Class" ma:indexed="true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6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7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8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9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20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32e355c2-cbe8-4c30-bf95-55916e35a58e">
      <UserInfo>
        <DisplayName/>
        <AccountId xsi:nil="true"/>
        <AccountType/>
      </UserInfo>
    </RevIMDocumentOwner>
    <mf046fbecfb34c9e9d114b75c563cc52 xmlns="32e355c2-cbe8-4c30-bf95-55916e35a58e">
      <Terms xmlns="http://schemas.microsoft.com/office/infopath/2007/PartnerControls"/>
    </mf046fbecfb34c9e9d114b75c563cc52>
    <TaxCatchAll xmlns="32e355c2-cbe8-4c30-bf95-55916e35a58e">
      <Value>1</Value>
    </TaxCatchAll>
    <i0f84bba906045b4af568ee102a52dcb xmlns="32e355c2-cbe8-4c30-bf95-55916e35a58e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0.1 Initial category</TermName>
          <TermId xmlns="http://schemas.microsoft.com/office/infopath/2007/PartnerControls">0239cc7a-0c96-48a8-9e0e-a383e362571c</TermId>
        </TermInfo>
      </Terms>
    </i0f84bba906045b4af568ee102a52dcb>
    <RevIMEventDate xmlns="32e355c2-cbe8-4c30-bf95-55916e35a58e" xsi:nil="true"/>
    <RevIMComments xmlns="32e355c2-cbe8-4c30-bf95-55916e35a58e" xsi:nil="true"/>
    <RevIMDeletionDate xmlns="32e355c2-cbe8-4c30-bf95-55916e35a58e">2023-09-08T08:35:31+00:00</RevIMDeletionDate>
    <RevIMExtends xmlns="32e355c2-cbe8-4c30-bf95-55916e35a58e">{"KSUClass":"0239cc7a-0c96-48a8-9e0e-a383e362571c"}</RevIMExtends>
  </documentManagement>
</p:properties>
</file>

<file path=customXml/itemProps1.xml><?xml version="1.0" encoding="utf-8"?>
<ds:datastoreItem xmlns:ds="http://schemas.openxmlformats.org/officeDocument/2006/customXml" ds:itemID="{ED07105B-7153-475C-9B11-B71A960E1E8A}"/>
</file>

<file path=customXml/itemProps2.xml><?xml version="1.0" encoding="utf-8"?>
<ds:datastoreItem xmlns:ds="http://schemas.openxmlformats.org/officeDocument/2006/customXml" ds:itemID="{E096A43E-6C3C-40D2-9919-6BA7EF6179F4}"/>
</file>

<file path=customXml/itemProps3.xml><?xml version="1.0" encoding="utf-8"?>
<ds:datastoreItem xmlns:ds="http://schemas.openxmlformats.org/officeDocument/2006/customXml" ds:itemID="{468928FE-608E-454B-8C5F-D49FDA00CB4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Breitbild</PresentationFormat>
  <Paragraphs>17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</vt:lpstr>
      <vt:lpstr>APT2 2019/2020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Volkswagen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 2 Schriftlicheprüfung Teil A</dc:title>
  <dc:creator>Petri, Nick Levy (SE-6/6EI9)</dc:creator>
  <cp:lastModifiedBy>Petri, Nick Levy (SE-6/6EI9)</cp:lastModifiedBy>
  <cp:revision>12</cp:revision>
  <dcterms:created xsi:type="dcterms:W3CDTF">2021-04-28T10:29:51Z</dcterms:created>
  <dcterms:modified xsi:type="dcterms:W3CDTF">2021-05-03T06:02:16Z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0x0101007D162C57C802934D859337DC5128B5B4</vt:lpwstr>
  </property>
  <property fmtid="{D5CDD505-2E9C-101B-9397-08002B2CF9AE}" pid="3" name="RevIMBCS">
    <vt:lpwstr>1;#0.1 Initial category|0239cc7a-0c96-48a8-9e0e-a383e362571c</vt:lpwstr>
  </property>
  <property fmtid="{D5CDD505-2E9C-101B-9397-08002B2CF9AE}" pid="4" name="LegalHoldTag">
    <vt:lpwstr/>
  </property>
</Properties>
</file>